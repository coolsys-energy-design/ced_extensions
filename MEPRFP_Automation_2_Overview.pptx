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3A5F"/>
                </a:solidFill>
              </a:rPr>
              <a:t>MEPRFP Automation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0392B"/>
                </a:solidFill>
              </a:rPr>
              <a:t>A Revit panel for repeatable MEP layouts</a:t>
            </a:r>
          </a:p>
          <a:p>
            <a:r>
              <a:rPr sz="1800">
                <a:solidFill>
                  <a:srgbClr val="C0392B"/>
                </a:solidFill>
              </a:rPr>
              <a:t>Equipment profiles · Spaces · Circuiting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Why we built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MEP layouts are repetitive across stores / project types — the same fixtures land in the same relative spots over and over.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Hand-laying each instance burns hours and produces inconsistent output across projects and engineers.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MEPRFP Automation 2.0 lets us capture a layout once as a reusable template, then place it everywhere it's needed.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Templates live as project-local data plus exportable YAML, so they round-trip across projects cleanly.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What's in the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Import-Export Profiles — YAML in / out for sharing.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Modify Profiles — author and edit equipment templates.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from CAD or Linked Model — drop equipment from a host model or DWG block layout.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Single Profile — one-off placement at a picked point.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Element Annotations — tags, keynotes, text notes.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Spaces — bucket-based templates anchored to room geometry.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Circuiting — SuperCircuit V5 builds Revit electrical systems from the captured fixtures.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Audit tools — find drift between YAML and the live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The profile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A profile is a YAML record describing a parent fixture and the linked elements (LEDs) that travel with 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Each LED carries: family : type label, parameters, offsets, and an annotation list (tags / keynotes / text notes).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Offsets are expressed in the parent's local frame — so when a parent rotates, every linked element rotates with 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Profiles support truth-source merge groups so a fix in one definition propagates to every member of its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Where the data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All project-local data sits in Extensible Storage on a dedicated DataStorage element (not on ProjectInformation).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Two ES schemas — equipment YAML and space classifications — are kept on separate DataStorages so an export of one doesn't drag the other.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v4 schema layout: four typed map fields (String / Bool / Int64 / Double) plus a DocGuid string. Int64 with Int32 fallback keeps Revit 2026 happy.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Legacy v1 entities (simple-fields layout on ProjectInformation) still read; first save migrates the data forward without GUID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Equipment workflow —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Select a parent fixture in Revit + run Capture.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The capture engine walks every linked element, records family : type, parameters, offsets relative to the parent, and any tags / keynotes / text notes near 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The captured profile lands in the active project's YAML store — Manage Profiles lets you rename, merge, edit, and delete entries afterward.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Element_Linker JSON is stamped on every captured element so audits can match each placed element back to its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Equipment workflow —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Place from CAD or Linked Model: pick a host doc (linked Revit, DWG block layout, or CSV) and the engine matches every parent target to a profile, then drops every LED at its captured offset.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Single Profile: pick a point in the host view, choose a profile from the active store, and the engine creates the family instances at the offsets.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Element Annotations: walks placed fixtures, looks up their LED's annotations list, and creates tags / keynotes / text notes — already-placed items are deduped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Circuiting — SuperCircuit V5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Reads the CKT_Panel_CEDT, CKT_Circuit Number_CEDT, CKT_Load Name_CEDT, CKT_Rating_CED, and CKT_Schedule Notes_CEDT parameters off captured fixtures.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Groups fixtures into circuits (DEDICATED, BYPARENT, SECONDBYPARENT, NORMAL) and creates Revit ElectricalSystem objects via an ExternalEvent gateway.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Client-aware: HEB and Planet Fitness keyword sets are handled by per-client classifier modules with a shared base.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Audit Circuits surfaces drift between YAML and live circuits — missing data, phantom panels, orphan circuits, pole mismatches.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Spaces — bucket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Buckets are keyword-tagged categories like RESTROOM, BAKERY, ELECTRICAL ROOM. Each bucket has a list of case-insensitive substring keywords + an optional client-key restriction.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Manage Space Buckets lets the user define / edit the vocabulary directly in Revit.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Classify Spaces walks every placed Revit Space, matches its name against bucket keywords, and lets the user override per-space (multi-bucket assignment supported).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Classifications are project-local — they don't ride with exported templates.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Spaces — profiles &amp; door-aware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A space profile is a template entry that targets a bucket and lists LEDs to place inside any matching space.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Multiple profiles can target the same bucket — they stack, so a Restroom space gets every Restroom profile's elements.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Anchor kinds (no cardinals — door-aware): center, door_relative, wall_opposite_door, wall_right_of_door, wall_left_of_door, corner_furthest_from_door, corner_closest_to_door.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Manage Space Profiles edits buckets, profiles, LEDs, parameters, offsets, and annotations end-to-end without touching YAML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Spaces — placement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Place Space Elements collects every classified space, finds matching profiles, and previews every prospective family instance in a flat selectable table.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If a space has more than one door AND a door-dependent anchor, the user is prompted to click the reference door in the model (host or linked) — that choice is reused for every door-anchored LED in that space.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Per-row Select checkbox + Bucket column let the user place subsets (e.g. all bakery profiles, none of the freezer ones) without re-classifying.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Place Space Annotations walks placed space-based fixtures and drops their tags / keynotes — same dedup machinery as the equipment 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Sharing across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Import / Export YAML File round-trips equipment definitions between projects. Output is byte-identical to the stored payload — Import → Export is lossless.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Import / Export Space Config writes only the space-template data (buckets + profiles), never the per-project classifications. A bakery template moves to the next store without taking that store's space-to-bucket assignments with 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Blank-file imports synthesise an empty v100 payload, so a fresh project can start empty and be built up using the in-Revit editors.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Element_Linker — the audit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Every placed element gets a JSON payload written to its Element_Linker shared parameter at placement time.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Equipment fields: led_id, set_id, location, rotation, parent rotation, host name, level, facing, parent location, ckt_panel, ckt_circuit_number.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Spaces fields (Stage 6): space_id, space_profile_id — lets audits prove every space-based element back to the Space and template that produced it.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Audit / sync tools use this lineage to detect drift, phantom elements, and missing-data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A5F"/>
                </a:solidFill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>
                <a:solidFill>
                  <a:srgbClr val="222222"/>
                </a:solidFill>
              </a:rPr>
              <a:t>Smoke-test the full Stage 6 + Stage 7 flow in a real project (in progress).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Optional bucket auto-rerun on classification changes — today re-classification is manual.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Field-feedback iteration on the door picker UX (status-bar prompts vs. a persistent overlay).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Extend audits to surface profile-vs-element drift on the Spaces side (parity with equipment-side Sync Audit).</a:t>
            </a:r>
          </a:p>
          <a:p>
            <a:pPr algn="l"/>
            <a:r>
              <a:rPr sz="1600">
                <a:solidFill>
                  <a:srgbClr val="222222"/>
                </a:solidFill>
              </a:rPr>
              <a:t>Continue documenting per-client keyword sets so new clients onboard via a small adapter rather than core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