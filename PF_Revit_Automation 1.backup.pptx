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900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0" y="548640"/>
            <a:ext cx="12161520" cy="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0" y="1097280"/>
            <a:ext cx="12161520" cy="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1645920"/>
            <a:ext cx="12161520" cy="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0" y="3291840"/>
            <a:ext cx="12161520" cy="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0" y="3840480"/>
            <a:ext cx="12161520" cy="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12161520" cy="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0" y="6035040"/>
            <a:ext cx="12161520" cy="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5080">
            <a:solidFill>
              <a:srgbClr val="1F2D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31520" y="1005840"/>
            <a:ext cx="41148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34440" y="777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AUTOMATION  •  AGENT-DRIVEN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" y="155448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set up a Revit model</a:t>
            </a:r>
            <a:endParaRPr lang="en-US" sz="4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ever opening </a:t>
            </a:r>
            <a:r>
              <a:rPr lang="en-US" sz="48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Revit</a:t>
            </a:r>
            <a:r>
              <a:rPr lang="en-US" sz="48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r>
              <a:rPr lang="en-US" sz="48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AutoCAD</a:t>
            </a:r>
            <a:r>
              <a:rPr lang="en-US" sz="48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800" dirty="0"/>
          </a:p>
        </p:txBody>
      </p:sp>
      <p:sp>
        <p:nvSpPr>
          <p:cNvPr id="41" name="Text 39"/>
          <p:cNvSpPr/>
          <p:nvPr/>
        </p:nvSpPr>
        <p:spPr>
          <a:xfrm>
            <a:off x="731520" y="4160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owns the entire Planet Fitness project kickoff, from inbox to a fully configured, circuited, synced cloud model.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25780" y="5349240"/>
            <a:ext cx="2606040" cy="105156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25780" y="5349240"/>
            <a:ext cx="54864" cy="10515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08660" y="5458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20-25 hr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708660" y="59710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setup, before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60420" y="5349240"/>
            <a:ext cx="2606040" cy="105156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360420" y="5349240"/>
            <a:ext cx="54864" cy="10515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543300" y="5458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 hr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3543300" y="59710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supervised agent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95060" y="5349240"/>
            <a:ext cx="2606040" cy="105156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195060" y="5349240"/>
            <a:ext cx="54864" cy="10515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77940" y="5458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4-5 hr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6377940" y="59710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project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029700" y="5349240"/>
            <a:ext cx="2606040" cy="105156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029700" y="5349240"/>
            <a:ext cx="54864" cy="10515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212580" y="5458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800" dirty="0"/>
          </a:p>
        </p:txBody>
      </p:sp>
      <p:sp>
        <p:nvSpPr>
          <p:cNvPr id="57" name="Text 55"/>
          <p:cNvSpPr/>
          <p:nvPr/>
        </p:nvSpPr>
        <p:spPr>
          <a:xfrm>
            <a:off x="9212580" y="59710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Revit ops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1148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stages, one agent.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703320" cy="242316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" cy="24231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600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i="1" dirty="0">
                <a:solidFill>
                  <a:srgbClr val="0891B2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719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Intake &amp; Discovery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2212848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Outlook for legit kickoffs from Jack, Babafemi, Scott; filters follow-ups &amp; noise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project name, downloads &amp; renames DWGs (XO→X_BG, TB→X_TB)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ACC folders when attachments are missing; checks what's already done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9120" y="1554480"/>
            <a:ext cx="3703320" cy="242316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89120" y="1554480"/>
            <a:ext cx="54864" cy="24231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040880" y="1600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i="1" dirty="0">
                <a:solidFill>
                  <a:srgbClr val="0891B2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173736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0" y="1719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AutoCAD Processing (COM)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90288" y="2212848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DWGs, extracts title block + block coords + gridlines to CSV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layers, deletes demo, rebases blocks 5×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block-rename detection scans every definition against its label, no hardcoded maps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speakers / fans / smoke detectors land on the correct MEP layers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29600" y="1554480"/>
            <a:ext cx="3703320" cy="242316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229600" y="1554480"/>
            <a:ext cx="54864" cy="24231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0881360" y="1600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i="1" dirty="0">
                <a:solidFill>
                  <a:srgbClr val="0891B2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173736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69680" y="1719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Infrastructure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430768" y="2212848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 up Revit cloud models in ACC from template via APS API (2-legged OAuth)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DWGs + CSVs to the right ACC project folder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cloud models via ExternalEvent for safe UI-thread execution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48640" y="4160520"/>
            <a:ext cx="3703320" cy="242316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48640" y="4160520"/>
            <a:ext cx="54864" cy="24231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3200400" y="4206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i="1" dirty="0">
                <a:solidFill>
                  <a:srgbClr val="0891B2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34340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88720" y="43251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Revit Model Setup (MCP)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49808" y="4818888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CAD background, greys layers across all views, centers scope boxes &amp; equipment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Populates title block (name, address, project #, sq ft) + state-based cert numbers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revisions, resets viewport positions, builds gridlines from CAD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Revit spaces from coord CSV with auto-tagging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389120" y="4160520"/>
            <a:ext cx="3703320" cy="242316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389120" y="4160520"/>
            <a:ext cx="54864" cy="24231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7040880" y="4206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i="1" dirty="0">
                <a:solidFill>
                  <a:srgbClr val="0891B2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8" y="4343400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029200" y="43251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MEP Automation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4590288" y="4818888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YAML equipment profiles into Revit ExtensibleStorage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every electrical fixture from CSV, auto-maps CAD blocks → YAML labels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Circuit V5: headless circuit assignment with overflow logic across panels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the workshared model to central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8229600" y="4160520"/>
            <a:ext cx="3703320" cy="242316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8229600" y="4160520"/>
            <a:ext cx="54864" cy="24231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10881360" y="4206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i="1" dirty="0">
                <a:solidFill>
                  <a:srgbClr val="0891B2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0768" y="4343400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869680" y="43251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Utilities &amp; Toolkit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8430768" y="4818888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bulk-check, MEP layer audit, standalone block-rename fixer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COM extractors, no .dxex templates needed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AutoCAD COM toolkit w/ IMessageFilter, reconnect, progress-aware iteration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pre-built Revit ops + color-splash QA + Crystallize → permanent pyRevit buttons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1148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checklist </a:t>
            </a:r>
            <a:r>
              <a:rPr lang="en-US" sz="3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r>
              <a:rPr lang="en-US" sz="3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one conversation.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solidFill>
            <a:srgbClr val="162238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to 5 hours saved</a:t>
            </a:r>
            <a:r>
              <a:rPr lang="en-US" sz="1800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in project setup alone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532120" cy="365760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5321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162238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45973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4414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286207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Est. 20 to 25 hours per project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2960" y="38404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Outlook, ACC, AutoCAD, Revit, pyRevit: five apps deep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copy-paste between CSVs, sheets, and parameters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block renames, layer audits, gridline rebuilds</a:t>
            </a:r>
            <a:endParaRPr lang="en-US" sz="1300" dirty="0"/>
          </a:p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Circuiting one panel at a time, by hand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29400" y="2148840"/>
            <a:ext cx="5532120" cy="365760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629400" y="2148840"/>
            <a:ext cx="553212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58000" y="2377440"/>
            <a:ext cx="457200" cy="457200"/>
          </a:xfrm>
          <a:prstGeom prst="ellipse">
            <a:avLst/>
          </a:prstGeom>
          <a:solidFill>
            <a:srgbClr val="162238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2459736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52360" y="24414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903720" y="286207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1 hour, supervised agent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6903720" y="38404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owns the inbox, ACC, CAD, the cloud, and Revit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catches block mismatches per-project, no static maps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circuiting w/ overflow logic across panels</a:t>
            </a:r>
            <a:endParaRPr lang="en-US" sz="1300" dirty="0"/>
          </a:p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only confirms at checkpoints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8640" y="5897880"/>
            <a:ext cx="11064240" cy="685800"/>
          </a:xfrm>
          <a:prstGeom prst="rect">
            <a:avLst/>
          </a:prstGeom>
          <a:solidFill>
            <a:srgbClr val="162238"/>
          </a:solidFill>
          <a:ln w="9525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48640" y="5897880"/>
            <a:ext cx="73152" cy="6858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68680" y="59436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point: </a:t>
            </a:r>
            <a:r>
              <a:rPr lang="en-US" sz="1600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doesn't just assist the workflow, it </a:t>
            </a:r>
            <a:r>
              <a:rPr lang="en-US" sz="1600" b="1" i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</a:t>
            </a:r>
            <a:r>
              <a:rPr lang="en-US" sz="1600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workflow.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1148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minute convo (condensed to 30 sec)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700784" y="1481328"/>
            <a:ext cx="8759952" cy="4992624"/>
          </a:xfrm>
          <a:prstGeom prst="rect">
            <a:avLst/>
          </a:prstGeom>
          <a:solidFill>
            <a:srgbClr val="111B2E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73936" y="1554480"/>
            <a:ext cx="8613648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C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play. Full project kickoff start to finish, 26x speed, no human keystrokes inside Revit or AutoCAD.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528</Words>
  <Application>Microsoft Office PowerPoint</Application>
  <PresentationFormat>Widescreen</PresentationFormat>
  <Paragraphs>71</Paragraphs>
  <Slides>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Planet Fitness Revit Setup Automation</dc:title>
  <dc:subject>PptxGenJS Presentation</dc:subject>
  <dc:creator>PptxGenJS</dc:creator>
  <cp:lastModifiedBy>Matthew Gonzales</cp:lastModifiedBy>
  <cp:revision>2</cp:revision>
  <dcterms:created xsi:type="dcterms:W3CDTF">2026-05-05T17:00:22Z</dcterms:created>
  <dcterms:modified xsi:type="dcterms:W3CDTF">2026-05-05T17:06:01Z</dcterms:modified>
</cp:coreProperties>
</file>